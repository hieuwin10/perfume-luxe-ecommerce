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bd33184f994266" /><Relationship Type="http://schemas.openxmlformats.org/officeDocument/2006/relationships/extended-properties" Target="/docProps/app.xml" Id="R5436dc308c3845ef" /><Relationship Type="http://schemas.openxmlformats.org/officeDocument/2006/relationships/officeDocument" Target="/ppt/presentation.xml" Id="R56b8472d08cf46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6117d848e046fc"/>
  </p:sldMasterIdLst>
  <p:notesMasterIdLst>
    <p:notesMasterId xmlns:r="http://schemas.openxmlformats.org/officeDocument/2006/relationships" r:id="R557e13566db045eb"/>
  </p:notesMasterIdLst>
  <p:sldIdLst>
    <p:sldId xmlns:r="http://schemas.openxmlformats.org/officeDocument/2006/relationships" id="256" r:id="R72693f7d5fa94c4a"/>
    <p:sldId xmlns:r="http://schemas.openxmlformats.org/officeDocument/2006/relationships" id="257" r:id="R2dc3df10e8d444b2"/>
    <p:sldId xmlns:r="http://schemas.openxmlformats.org/officeDocument/2006/relationships" id="258" r:id="R11cea4dc48bc40c5"/>
    <p:sldId xmlns:r="http://schemas.openxmlformats.org/officeDocument/2006/relationships" id="259" r:id="R501dca86232c407b"/>
    <p:sldId xmlns:r="http://schemas.openxmlformats.org/officeDocument/2006/relationships" id="260" r:id="Rb55746b54d1649cf"/>
    <p:sldId xmlns:r="http://schemas.openxmlformats.org/officeDocument/2006/relationships" id="261" r:id="R682aaf2a9d1246b0"/>
    <p:sldId xmlns:r="http://schemas.openxmlformats.org/officeDocument/2006/relationships" id="262" r:id="R7d76ce5e292e4a21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6ea18328bb47d3" /><Relationship Type="http://schemas.openxmlformats.org/officeDocument/2006/relationships/slideMaster" Target="/ppt/slideMasters/slideMaster1.xml" Id="R226117d848e046fc" /><Relationship Type="http://schemas.openxmlformats.org/officeDocument/2006/relationships/notesMaster" Target="/ppt/notesMasters/notesMaster1.xml" Id="R557e13566db045eb" /><Relationship Type="http://schemas.openxmlformats.org/officeDocument/2006/relationships/presProps" Target="/ppt/presProps.xml" Id="Rb42ff70e491c4565" /><Relationship Type="http://schemas.openxmlformats.org/officeDocument/2006/relationships/viewProps" Target="/ppt/viewProps.xml" Id="R2f8da1d44d464bfc" /><Relationship Type="http://schemas.openxmlformats.org/officeDocument/2006/relationships/tableStyles" Target="/ppt/tableStyles.xml" Id="R3a84f403ea4b4074" /><Relationship Type="http://schemas.openxmlformats.org/officeDocument/2006/relationships/slide" Target="/ppt/slides/slide1.xml" Id="R72693f7d5fa94c4a" /><Relationship Type="http://schemas.openxmlformats.org/officeDocument/2006/relationships/slide" Target="/ppt/slides/slide2.xml" Id="R2dc3df10e8d444b2" /><Relationship Type="http://schemas.openxmlformats.org/officeDocument/2006/relationships/slide" Target="/ppt/slides/slide3.xml" Id="R11cea4dc48bc40c5" /><Relationship Type="http://schemas.openxmlformats.org/officeDocument/2006/relationships/slide" Target="/ppt/slides/slide4.xml" Id="R501dca86232c407b" /><Relationship Type="http://schemas.openxmlformats.org/officeDocument/2006/relationships/slide" Target="/ppt/slides/slide5.xml" Id="Rb55746b54d1649cf" /><Relationship Type="http://schemas.openxmlformats.org/officeDocument/2006/relationships/slide" Target="/ppt/slides/slide6.xml" Id="R682aaf2a9d1246b0" /><Relationship Type="http://schemas.openxmlformats.org/officeDocument/2006/relationships/slide" Target="/ppt/slides/slide7.xml" Id="R7d76ce5e292e4a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8b4c1fb1a648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77a241030f4a64" /><Relationship Type="http://schemas.openxmlformats.org/officeDocument/2006/relationships/notesMaster" Target="/ppt/notesMasters/notesMaster1.xml" Id="R33977555710646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293858446e414c" /><Relationship Type="http://schemas.openxmlformats.org/officeDocument/2006/relationships/notesMaster" Target="/ppt/notesMasters/notesMaster1.xml" Id="R6b9f0159e52f4b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dc076e82814b49" /><Relationship Type="http://schemas.openxmlformats.org/officeDocument/2006/relationships/notesMaster" Target="/ppt/notesMasters/notesMaster1.xml" Id="Rad12795b11dc42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6f8fdc44584949" /><Relationship Type="http://schemas.openxmlformats.org/officeDocument/2006/relationships/notesMaster" Target="/ppt/notesMasters/notesMaster1.xml" Id="Re5758b2f7c0b4d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a671e1beb74ad0" /><Relationship Type="http://schemas.openxmlformats.org/officeDocument/2006/relationships/notesMaster" Target="/ppt/notesMasters/notesMaster1.xml" Id="Rd709153799cc45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a6f115dd02479e" /><Relationship Type="http://schemas.openxmlformats.org/officeDocument/2006/relationships/notesMaster" Target="/ppt/notesMasters/notesMaster1.xml" Id="R069e9753cff246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3554de2d914d56" /><Relationship Type="http://schemas.openxmlformats.org/officeDocument/2006/relationships/notesMaster" Target="/ppt/notesMasters/notesMaster1.xml" Id="Rdb93a3ecef554e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commit b7e3899. Chỉ sử dụng test/build/HTTP kiểm tra mới trong phiên chiều; bỏ qua kết quả phiên trưa. ASP.NET chạy LocalDB tạm, không dùng Docker.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Build evidence: commit b7e3899. Review date 15/10/2026, afternoon.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Bằng chứng mới: 404 test pass, Release build sạch cảnh báo, app startup trên LocalDB scratch. Browser Computer Use bị policy URL chặn; chỉ làm GET probe. SMTP là cấu hình mặc định tắt trong appsettings.json.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Build evidence: commit b7e3899. Review date 15/10/2026, afternoon.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src/Perfume.Web/appsettings.Development.json; src/Perfume.Web/Program.cs:79-102, 118-124; src/Perfume.Infrastructure/Data/DatabaseSchemaUpgrader.cs:287-301; src/Perfume.Infrastructure/Data/PerfumeDbContext.cs:83-87, 130-143; src/Perfume.Domain/Entities/EcommerceEntities.cs:32; src/Perfume.Domain/Entities/AdminEntities.cs:23.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evidence: commit b7e3899. Review date 15/10/2026, afternoon.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Checklist là kế hoạch công việc chưa hoàn thành trong lượt này. Database smoke đã dừng/xóa. Không dùng production/local data thật.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Build evidence: commit b7e3899. Review date 15/10/2026, afternoon.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Các nhóm rủi ro được tổng hợp từ source và cấu hình hiện có, không phải xác nhận production. Nguồn: Program.cs, DatabaseSchemaUpgrader.cs, appsettings.json, CustomerApiController và các test hiện có.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Build evidence: commit b7e3899. Review date 15/10/2026, afternoon.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Kết quả từ lượt chạy chiều 15/10/2026. Probe: 11 HTTP 200, 3 HTTP 302, 2 HTTP 401, 1 HTTP 404. Không dùng dữ liệu phiên trưa.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Build evidence: commit b7e3899. Review date 15/10/2026, afternoon.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Các khoảng giờ là mục tiêu, chưa phải kết quả. Trong lượt này chỉ test/build và smoke checks đã được xác nhận; các mục sửa, E2E và push còn chờ thực hiện. Chỉ push nội dung phiên chiều, bỏ qua báo cáo test buổi trưa.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evidence: commit b7e3899. Review date 15/10/2026, afternoon.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9831a4e34343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de88a17c8647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9743abad254f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d0b7b792734c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a4762bca434f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ea4a4d642413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378999b067402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4bc712dd3469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45def47dae4601" /><Relationship Type="http://schemas.openxmlformats.org/officeDocument/2006/relationships/image" Target="/ppt/media/image.png" Id="R56ee60f03d964a7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234b9302504ea5" /><Relationship Type="http://schemas.openxmlformats.org/officeDocument/2006/relationships/image" Target="/ppt/media/image2.png" Id="Re38bf7eafdd64145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56ee60f03d964a7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e38bf7eafdd6414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3510b13f8c4652" /><Relationship Type="http://schemas.openxmlformats.org/officeDocument/2006/relationships/slideLayout" Target="/ppt/slideLayouts/slideLayout1.xml" Id="R333508b923684d2c" /><Relationship Type="http://schemas.openxmlformats.org/officeDocument/2006/relationships/slideLayout" Target="/ppt/slideLayouts/slideLayout2.xml" Id="Rdd755d9bcbaf42bd" /><Relationship Type="http://schemas.openxmlformats.org/officeDocument/2006/relationships/slideLayout" Target="/ppt/slideLayouts/slideLayout3.xml" Id="Ra5c123262e8944c7" /><Relationship Type="http://schemas.openxmlformats.org/officeDocument/2006/relationships/slideLayout" Target="/ppt/slideLayouts/slideLayout4.xml" Id="R14184b9b27094f55" /><Relationship Type="http://schemas.openxmlformats.org/officeDocument/2006/relationships/slideLayout" Target="/ppt/slideLayouts/slideLayout5.xml" Id="Rbc9664508db149b2" /><Relationship Type="http://schemas.openxmlformats.org/officeDocument/2006/relationships/slideLayout" Target="/ppt/slideLayouts/slideLayout6.xml" Id="R08467d3f1c8344bb" /><Relationship Type="http://schemas.openxmlformats.org/officeDocument/2006/relationships/slideLayout" Target="/ppt/slideLayouts/slideLayout7.xml" Id="Rb26c5b8a28804b71" /><Relationship Type="http://schemas.openxmlformats.org/officeDocument/2006/relationships/slideLayout" Target="/ppt/slideLayouts/slideLayout8.xml" Id="R207de00466534692" /><Relationship Type="http://schemas.openxmlformats.org/officeDocument/2006/relationships/slideLayout" Target="/ppt/slideLayouts/slideLayout9.xml" Id="R3368605e6c43470e" /><Relationship Type="http://schemas.openxmlformats.org/officeDocument/2006/relationships/slideLayout" Target="/ppt/slideLayouts/slideLayout10.xml" Id="R4a3f599333db41c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3508b923684d2c"/>
    <p:sldLayoutId xmlns:r="http://schemas.openxmlformats.org/officeDocument/2006/relationships" id="2147483650" r:id="Rdd755d9bcbaf42bd"/>
    <p:sldLayoutId xmlns:r="http://schemas.openxmlformats.org/officeDocument/2006/relationships" id="2147483651" r:id="Ra5c123262e8944c7"/>
    <p:sldLayoutId xmlns:r="http://schemas.openxmlformats.org/officeDocument/2006/relationships" id="2147483652" r:id="R14184b9b27094f55"/>
    <p:sldLayoutId xmlns:r="http://schemas.openxmlformats.org/officeDocument/2006/relationships" id="2147483653" r:id="Rbc9664508db149b2"/>
    <p:sldLayoutId xmlns:r="http://schemas.openxmlformats.org/officeDocument/2006/relationships" id="2147483654" r:id="R08467d3f1c8344bb"/>
    <p:sldLayoutId xmlns:r="http://schemas.openxmlformats.org/officeDocument/2006/relationships" id="2147483655" r:id="Rb26c5b8a28804b71"/>
    <p:sldLayoutId xmlns:r="http://schemas.openxmlformats.org/officeDocument/2006/relationships" id="2147483656" r:id="R207de00466534692"/>
    <p:sldLayoutId xmlns:r="http://schemas.openxmlformats.org/officeDocument/2006/relationships" id="2147483657" r:id="R3368605e6c43470e"/>
    <p:sldLayoutId xmlns:r="http://schemas.openxmlformats.org/officeDocument/2006/relationships" id="2147483658" r:id="R4a3f599333db41ce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dc4d35b774812" /><Relationship Type="http://schemas.openxmlformats.org/officeDocument/2006/relationships/notesSlide" Target="/ppt/notesSlides/notesSlide1.xml" Id="R6c047c896ad347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05b9bc78c1420a" /><Relationship Type="http://schemas.openxmlformats.org/officeDocument/2006/relationships/notesSlide" Target="/ppt/notesSlides/notesSlide2.xml" Id="R1041cd302d9349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aeb45c8d12146b7" /><Relationship Type="http://schemas.openxmlformats.org/officeDocument/2006/relationships/notesSlide" Target="/ppt/notesSlides/notesSlide3.xml" Id="Rd8c5731745dc43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03b467263c4f30" /><Relationship Type="http://schemas.openxmlformats.org/officeDocument/2006/relationships/notesSlide" Target="/ppt/notesSlides/notesSlide4.xml" Id="R0a564c76016847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04a96c817d456e" /><Relationship Type="http://schemas.openxmlformats.org/officeDocument/2006/relationships/notesSlide" Target="/ppt/notesSlides/notesSlide5.xml" Id="Rb55df99cc4ee47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5d379f43934d9b" /><Relationship Type="http://schemas.openxmlformats.org/officeDocument/2006/relationships/notesSlide" Target="/ppt/notesSlides/notesSlide6.xml" Id="R672117adae8347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2c50532f1964621" /><Relationship Type="http://schemas.openxmlformats.org/officeDocument/2006/relationships/notesSlide" Target="/ppt/notesSlides/notesSlide7.xml" Id="Rd0a766bb479c4ce8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flip="none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Rà soát vận hành</a:t>
            </a:r>
          </a:p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Perfume Luxe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Kết quả xác minh • rủi ro • kế hoạch chiều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15/10/2026 • Phiên chiều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15 OCT 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Perfume Luxe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7FA9121C-3C9C-4D50-B378-8E143F94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404/404 tests pass. Release build 0 warning, 0 error. Ứng dụng khởi động và nâng schema trên LocalDB sạch.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Điểm sáng và điểm còn vướng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C46137E5-AEE5-3117-B65E-F6CB8896FB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598689-54C9-18A7-3A19-ED76AA08988F}" type="slidenum">
              <a:rPr sz="11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strike="noStrike" cap="none" spc="100" baseline="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ĐÃ XÁC MINH</a:t>
            </a:r>
          </a:p>
        </p:txBody>
      </p:sp>
      <p:sp>
        <p:nvSpPr>
          <p:cNvPr id="9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9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Không kiểm tra được UI bằng Chrome. DB sạch chưa có catalog; email SMTP chưa được xác nhận. Có 1 blog alias trả 404.</a:t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strike="noStrike" cap="none" spc="100" baseline="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CẦN THEO DÕI</a:t>
            </a:r>
          </a:p>
        </p:txBody>
      </p:sp>
    </p:spTree>
    <p:extLst>
      <p:ext uri="{BB962C8B-B14F-4D97-AF65-F5344CB8AC3E}">
        <p14:creationId xmlns:p14="http://schemas.microsoft.com/office/powerpoint/2010/main" val="1933057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2377079-BCC4-2661-2A12-E4395F1ED5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Cấu hình mặc định; startup có thể reset mật khẩu tài khoản đã tồn tại.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C167C81-957E-4EDD-97F6-7EF86B8F4A0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SoldQuantity mẫu có thể được thêm khi nâng cấp schema.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BC1ACDB-02B5-99AA-385B-D8D9B44C2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Bốn phát hiện cần ưu tiên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710401-0DB3-D5DB-AAFF-832641C025B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571B5B5-6269-DE95-4939-B738B6B6AC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202359C0-8A7A-196E-DD58-8E6569619F09}" type="slidenum">
              <a:rPr sz="1100" b="0" i="0" u="none" strike="noStrike" cap="none" spc="0" baseline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fld>
            <a:endParaRPr sz="11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2CF1976-C150-A891-2CEC-BE355693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strike="noStrike" cap="none" spc="100" baseline="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P1 • Admin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A0FCF870-B47E-94BD-EEDF-DD8F2A59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strike="noStrike" cap="none" spc="100" baseline="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P1 • Flash Sale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4D1C9BF-63F4-2888-893B-5F7ECE54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Filter trên FragranceNote với quan hệ bắt buộc; hai trường tiền thiếu precision.</a:t>
            </a: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708BAE86-327C-6895-AEA3-FE9F89F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/Blog/Index trả 404; catalog trống trên DB sạch.</a:t>
            </a:r>
          </a:p>
        </p:txBody>
      </p:sp>
      <p:sp>
        <p:nvSpPr>
          <p:cNvPr id="1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B8880891-2DF5-4AB7-C919-6164AD9A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strike="noStrike" cap="none" spc="100" baseline="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P2 • EF mapping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144A4BC-3976-C678-219A-2173C82E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strike="noStrike" cap="none" spc="100" baseline="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P2 • Routes &amp; seed</a:t>
            </a:r>
          </a:p>
        </p:txBody>
      </p:sp>
    </p:spTree>
    <p:extLst>
      <p:ext uri="{BB962C8B-B14F-4D97-AF65-F5344CB8AC3E}">
        <p14:creationId xmlns:p14="http://schemas.microsoft.com/office/powerpoint/2010/main" val="2474942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E0BC934-0157-542C-D5BB-4CBBF257CC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418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Checklist trước khi push</a:t>
            </a: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19C0BA-A84A-2A07-E313-F86616F2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09028"/>
            <a:ext cx="4583034" cy="5559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Gỡ credential mặc định; startup không reset mật khẩu user hiện hữu.</a:t>
            </a:r>
            <a:endParaRPr sz="16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581A225-34F9-0D3B-555E-87AD9B04250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4C369A1-27DC-4417-B82E-882C775F89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 sz="1100"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F440E49-120F-1A2F-57EB-B0293456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1881916"/>
            <a:ext cx="6329680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Xác nhận Blog URL chuẩn; DB sạch có demo catalog lặp an toàn.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FF1B71-7343-3428-E1A5-01301745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1881916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BẢO MẬT &amp; DỮ LIỆU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E5C8191-FF5D-721C-939A-810BF6FF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622601"/>
            <a:ext cx="4583034" cy="5559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SoldQuantity demo chỉ ở seed Development/test. Chốt filter và precision tiền.</a:t>
            </a:r>
            <a:endParaRPr sz="16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32FB920-4338-60DE-B515-40C9397A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4195489"/>
            <a:ext cx="6329680" cy="4864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Chạy guest/customer, COD, RBAC, voucher/tồn kho, email, review; build/test Release.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8B171C2-7536-1E2D-C49E-6F245F44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4195489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RELEASE &amp; TRẢI NGHIỆM</a:t>
            </a:r>
          </a:p>
        </p:txBody>
      </p:sp>
    </p:spTree>
    <p:extLst>
      <p:ext uri="{BB962C8B-B14F-4D97-AF65-F5344CB8AC3E}">
        <p14:creationId xmlns:p14="http://schemas.microsoft.com/office/powerpoint/2010/main" val="42045138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Kiểm soát bốn nhóm rủi ro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Schema và dữ liệu seed: migration cộng thêm; không tạo số bán giả trong production.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Credential và quyền admin: bootstrap một lần bằng secret, giữ quyền tối thiểu.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Kịch bản mua hàng: test server-side price, stock, voucher và quyền chủ đơn.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Tích hợp email và Data Protection: cấu hình key/SMTP an toàn theo môi trường.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GIẢM RỦI RO TRƯỚC PILOT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24C9B83B-D496-749A-8CAB-E5D5829B60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Đã xác minh và chưa kiểm chứng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5851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ĐÃ XÁC MINH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404 tests pass; Release build sạch; startup trên database LocalDB tạm; 17 HTTP GET probe.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487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CHƯA KIỂM CHỨNG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Tương tác UI Chrome; đơn guest/customer end-to-end; email thực tế; giao dịch thanh toán/COD và tồn kho trong kịch bản đầy đủ.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Tách rõ kiểm tra tự động khỏi luồng người dùng thật.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HTTP GET và test suite chưa chứng minh trải nghiệm mua hàng thực tế.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408272-D6A5-5132-33E2-F35391B125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Mục tiêu: giảm rủi ro trước push cuối ngày.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 hoạch xử lý chiều nay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Đóng P1 credential/Flash Sale; xử lý EF precision/filter và Blog route.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Chạy kịch bản LocalDB sạch với catalog demo: guest/customer, COD, RBAC, email, voucher, đánh giá.</a:t>
            </a:r>
          </a:p>
        </p:txBody>
      </p:sp>
      <p:cxnSp>
        <p:nvCxnSpPr>
          <p:cNvPr id="2" name="Google Shape;2259;p159">
            <a:extLst xmlns:a="http://schemas.openxmlformats.org/drawingml/2006/main">
              <a:ext uri="{FF2B5EF4-FFF2-40B4-BE49-F238E27FC236}">
                <a16:creationId xmlns:a16="http://schemas.microsoft.com/office/drawing/2014/main" id="{F9F97B94-818A-480F-949D-ECF6AC04D5AE}"/>
              </a:ext>
            </a:extLst>
          </p:cNvPr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14:15–15:45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15:45–16:45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16:45–CUỐI NGÀY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B8054922-82AE-F5B4-3254-FF8E3B11A7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538BA4D-DCB1-D926-7F16-E09278C78B80}" type="slidenum">
              <a:t>Release build/test, rà diff và secrets; push nhánh/PR sau khi kiểm tra cuối.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2026-10-15T07:20:02.8390000Z</dcterms:created>
  <dcterms:modified xsi:type="dcterms:W3CDTF">2026-10-15T07:20:02.8390000Z</dcterms:modified>
</coreProperties>
</file>